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ED54-A747-E7B5-548C-B1BA6CFC1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B6724-CC2D-BA77-255C-C2931435B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7B4CF-7D9D-FE32-644F-7ED03446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CFBEB-95B9-7A68-AE1A-3C9B4DFF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9713-B69B-9660-B4FF-DC2ED3A6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8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7F89-F690-F0C5-8A0E-FF2BBD7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38C7D-C848-9158-EA1D-E985D647C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21C2-9805-346F-7622-1C6D7140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CCBF4-CB9C-4A5B-AFA6-8312D170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4ACFA-77EB-66AC-7CF9-CC9A4F5D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2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AC44-4682-8D6F-FBE1-C09C1F4B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00C39-C737-3421-822D-60D81CB66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55B9-961C-49ED-E7BD-5A51C7C5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8C595-7811-7B3E-A549-70AD3BB6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D3DA-2B9D-5DEF-0272-5B15275B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7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0FD2-EB7A-44C2-A77F-80278776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C9F6-4765-0892-BA7E-7788EE53D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5D552-D17B-569F-0FBA-0C894D424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1654-97A8-0E1E-7820-DD69CC01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009D-FD70-33A4-0C40-AE5A43C6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8C810-FC83-5546-B665-60F9D210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2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FE2E-EC2E-B321-E5F0-839AFC63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AA804-0F2B-0B2E-0750-7B82128B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77A6C-66CB-8F5B-C8CB-F66C63C1E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817F4-28F6-E6CF-54DE-2163BD8FE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BD3FD-BFE3-C84B-F1F5-04E70F728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73601-8CB5-8297-61EC-790DAE37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6F7E0-499D-06AD-4E57-EF930208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57791-569E-5B25-3599-9E588595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3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A0D7-9B72-6E3B-D4C3-173ECF37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3F0A9-F27A-3C95-F319-15C2F39E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5FF-11D3-D443-8EC3-41A5A948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19E90-366D-80C6-9B19-F905631A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8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F1ECB-0447-6E33-B669-73A583D3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FABF5-1D5C-4D39-CE7A-2C4B5F74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975E2-13A5-CD8D-7881-3BC5F3CA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0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3355-94DA-619D-7A22-97B583F2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C7FCF-594C-ADCB-64B2-CFECBA377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6EF64-9C6D-52B7-DD31-A0DD30751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6A49F-7AAA-D522-819F-ABB0A1FC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3961D-7EFF-7806-C1E1-ECA005EE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8D202-66B1-DD9E-3D31-5228B967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6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09C1-8888-2436-CEAC-F492642C0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C4548-72DF-A671-D0C4-CDD2FF9EA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012E8-6A7D-7099-6389-3E240661B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AD4F5-15E1-1E57-1607-67AF9382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4E511-567D-E3EF-D5CA-F5BB2130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B5B4-AACA-9B44-89D0-C0FD297C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9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C1EA-6C31-3AAE-1B4D-C07A8009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CE1FB-C4F5-E2AC-95BF-F5D8DA481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3678-CA3A-1B6F-DF10-7DF0CA82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A8311-FFAE-4235-C48E-ACD9A084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556EE-9DF8-834A-F229-9EFBE7BA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6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40D48-D51F-8F59-28FA-653EE6FEC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B8587-D09C-5D92-2629-982E799AE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39C0C-646F-BA95-EFDE-13600FCC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A23E8-B1A7-E00D-3F51-FAE10060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DE238-DBD6-DB7A-A2A1-EFCD4490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02FA51-BD89-6AB6-770C-B02E5B20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56522-7185-E83C-7BA2-7955CAE8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176A8-8004-B2C8-44E8-3D3833589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E3CCD-E441-F24B-9CB3-8C0680052AE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96C44-1AD0-5A18-EFAE-E2B9240A2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876B-6B2B-1B01-CD47-0BFE3377C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9C9DD-9E47-6749-8B52-86C9B495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69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FF60-5D76-D4C2-1FE6-FEF00AA2B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8FFE4-9710-3A39-AD2A-EBE80F9BDA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A9C6B-1819-E878-298B-47FC2117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1" y="146822"/>
            <a:ext cx="11858543" cy="605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4DEA-7AE5-D8A3-8BA7-B5644F95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16B3F-BC5C-6254-D55F-770C2A22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712C1-9849-F3E0-BA15-7F6F5E9BA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7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A2713-9FBB-8263-B51F-38860495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97" y="1035438"/>
            <a:ext cx="11807206" cy="1798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BD8202-1EF8-CE4D-E005-D25C90155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97" y="2825631"/>
            <a:ext cx="11707160" cy="18109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2E9BD-D2C8-F0B4-2FE1-85743F8FF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97" y="4923490"/>
            <a:ext cx="11779991" cy="1668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68F426-2C9F-9F36-EC3A-A52BAACA48F8}"/>
              </a:ext>
            </a:extLst>
          </p:cNvPr>
          <p:cNvSpPr txBox="1"/>
          <p:nvPr/>
        </p:nvSpPr>
        <p:spPr>
          <a:xfrm>
            <a:off x="192398" y="182337"/>
            <a:ext cx="11807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IAM dataset, some images contain characters that are written in a highly non-standard way. When looking at a single character in isolation, it appears to be one letter — but once language context is introduced, we recognize it is actually another. For example: </a:t>
            </a:r>
            <a:r>
              <a:rPr lang="en-US" b="1" dirty="0"/>
              <a:t>k</a:t>
            </a:r>
            <a:r>
              <a:rPr lang="en-US" dirty="0"/>
              <a:t> and </a:t>
            </a:r>
            <a:r>
              <a:rPr lang="en-US" b="1" dirty="0"/>
              <a:t>u</a:t>
            </a:r>
            <a:r>
              <a:rPr lang="en-US" dirty="0"/>
              <a:t>,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o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 and </a:t>
            </a:r>
            <a:r>
              <a:rPr lang="en-US" b="1" dirty="0"/>
              <a:t>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35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5FADE6-9636-9580-53D5-1EB6899A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515600" cy="3445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206CDB-8422-54C6-0A39-E32E2A32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9" y="3445037"/>
            <a:ext cx="11783685" cy="32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4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E607EE-BBED-8944-C2D1-A239F8896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604" y="0"/>
            <a:ext cx="5821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5BD1-F2EF-81B3-FFA5-3B1AC919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43EF-0967-8145-62C1-28FBE5CBE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6342552"/>
            <a:ext cx="10515600" cy="556747"/>
          </a:xfrm>
        </p:spPr>
        <p:txBody>
          <a:bodyPr>
            <a:norm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karpathy</a:t>
            </a:r>
            <a:r>
              <a:rPr lang="en-US" sz="2000" dirty="0"/>
              <a:t>/</a:t>
            </a:r>
            <a:r>
              <a:rPr lang="en-US" sz="2000" dirty="0" err="1"/>
              <a:t>autoresearch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66F07-745A-6731-14FD-6B156EBD9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1" y="237074"/>
            <a:ext cx="10794449" cy="3822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0A2BC7-CC59-074A-D558-103A24E9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87" y="3973565"/>
            <a:ext cx="7659029" cy="228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EBBE3-AD43-4931-19D3-333BF065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F97F-EC88-1DD5-4424-CFBD2ECC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B96C1-FCF1-A189-8A2A-DC50A639F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40" y="0"/>
            <a:ext cx="7315201" cy="682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2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215F-E1E7-F606-7A2B-D350D4A2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D050A-B80D-BAFC-88D3-F7F18464D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EC35F-F421-2818-5BF8-F02E48370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6" y="133760"/>
            <a:ext cx="11750258" cy="58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2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F48C-EF11-7776-986A-79453412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A9D3-2F6B-19BE-091C-7CD969475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90461-4311-488E-1BE6-B6511E98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000" y="0"/>
            <a:ext cx="572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44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D006-FEB6-0CF3-5A6A-B697E694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B7B5-3B0B-46F0-750F-39B0CCFAB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1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72</Words>
  <Application>Microsoft Macintosh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 Zhang</dc:creator>
  <cp:lastModifiedBy>Jian Zhang</cp:lastModifiedBy>
  <cp:revision>1</cp:revision>
  <dcterms:created xsi:type="dcterms:W3CDTF">2026-04-21T17:43:45Z</dcterms:created>
  <dcterms:modified xsi:type="dcterms:W3CDTF">2026-04-21T18:14:39Z</dcterms:modified>
</cp:coreProperties>
</file>